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3588" cy="6858000"/>
  <p:notesSz cx="6858000" cy="9144000"/>
  <p:defaultTextStyle>
    <a:defPPr>
      <a:defRPr lang="en-US"/>
    </a:defPPr>
    <a:lvl1pPr marL="0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30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61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91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522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152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783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413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7044" algn="l" defTabSz="6096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003F"/>
    <a:srgbClr val="383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7" autoAdjust="0"/>
    <p:restoredTop sz="94675" autoAdjust="0"/>
  </p:normalViewPr>
  <p:slideViewPr>
    <p:cSldViewPr snapToGrid="0" snapToObjects="1">
      <p:cViewPr varScale="1">
        <p:scale>
          <a:sx n="127" d="100"/>
          <a:sy n="127" d="100"/>
        </p:scale>
        <p:origin x="192" y="264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30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61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91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522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152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783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413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044" algn="l" defTabSz="121926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39460" y="3926711"/>
            <a:ext cx="8252796" cy="1289987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39460" y="5328713"/>
            <a:ext cx="8252796" cy="67521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7EBA9-C28C-9A4A-B1A1-0028D5AE0D11}" type="datetime1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765456-58E5-A7B0-5B1E-101B5E40C8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647137" cy="13655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ECDBC2-C702-2A49-768D-33608C3DFED3}"/>
              </a:ext>
            </a:extLst>
          </p:cNvPr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rgbClr val="78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79" y="429892"/>
            <a:ext cx="9174402" cy="97687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79" y="1627833"/>
            <a:ext cx="10974230" cy="44977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31039-461A-8E4A-A895-B8D5E223DC46}" type="datetime1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81DC17-8C5A-88AA-2EBC-815099666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209" y="1129548"/>
            <a:ext cx="7376119" cy="28807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09" y="4366378"/>
            <a:ext cx="1036455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9CE6-1236-1C48-9928-5045F17CD392}" type="datetime1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76B29-E353-FDD6-1599-D51FF4FD8C03}"/>
              </a:ext>
            </a:extLst>
          </p:cNvPr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rgbClr val="78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DC5B6C-297C-369F-398B-9A593CE014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80" y="1600201"/>
            <a:ext cx="5385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407" y="1600201"/>
            <a:ext cx="5385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0EBF1-0F64-394E-AE6D-B4664A45739F}" type="datetime1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18F3B8-B79F-C939-5B19-9048FEBC98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79" y="2174875"/>
            <a:ext cx="53876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175" y="1535113"/>
            <a:ext cx="538973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175" y="2174875"/>
            <a:ext cx="53897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C131-A4D6-0244-B897-975DE941142E}" type="datetime1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C3108E-1869-32ED-AC38-4F6B2E2C75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A479-259E-8B4B-A871-4B5730D6E510}" type="datetime1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08A975-8468-7E1D-66D4-1905F43530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E93C1-E157-384C-922E-D8734B5EB0EE}" type="datetime1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97DBE-0AC4-BBD3-5A48-93358EEA40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79" y="454851"/>
            <a:ext cx="8698910" cy="1162051"/>
          </a:xfrm>
        </p:spPr>
        <p:txBody>
          <a:bodyPr anchor="t">
            <a:normAutofit/>
          </a:bodyPr>
          <a:lstStyle>
            <a:lvl1pPr algn="l"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4144" y="1847088"/>
            <a:ext cx="5859764" cy="427907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82" y="1847088"/>
            <a:ext cx="4638974" cy="4279077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800"/>
            </a:lvl1pPr>
            <a:lvl2pPr marL="914400" indent="-457200">
              <a:buFont typeface="Arial" panose="020B0604020202020204" pitchFamily="34" charset="0"/>
              <a:buChar char="•"/>
              <a:defRPr sz="2800"/>
            </a:lvl2pPr>
            <a:lvl3pPr marL="1371600" indent="-457200">
              <a:buFont typeface="Arial" panose="020B0604020202020204" pitchFamily="34" charset="0"/>
              <a:buChar char="•"/>
              <a:defRPr sz="24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854F-0CEA-614D-B12E-8EF09BEFAFEE}" type="datetime1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137EFF-2539-055E-37A9-56C28A94C0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028" y="4800600"/>
            <a:ext cx="7316153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028" y="612775"/>
            <a:ext cx="731615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028" y="5367338"/>
            <a:ext cx="7316153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F260-1F79-4447-BC67-FCCC57B22528}" type="datetime1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DC5F6E-18C8-2F8F-C447-4C5C81AB7A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81" y="420623"/>
            <a:ext cx="9187462" cy="997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80" y="1647930"/>
            <a:ext cx="10974229" cy="44782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28A2-4F1D-2D4A-AFC1-214291D6D6C2}" type="datetime1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EDEAC0-9B35-8762-A128-B807C98FA9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1323" y="706112"/>
            <a:ext cx="1611697" cy="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0351" y="274639"/>
            <a:ext cx="2743557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80" y="274639"/>
            <a:ext cx="8027445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18CA4-B448-7B44-83BD-74271912FD17}" type="datetime1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81" y="420623"/>
            <a:ext cx="9187462" cy="9970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80" y="1600201"/>
            <a:ext cx="109742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79" y="6356351"/>
            <a:ext cx="28451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414F86-C5EE-4B4A-96A0-EFADD40AF23C}" type="datetime1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6143" y="6356351"/>
            <a:ext cx="3861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8738" y="6356351"/>
            <a:ext cx="28451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3600" b="1" kern="1200">
          <a:solidFill>
            <a:srgbClr val="78003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83A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377" indent="-457189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83A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71566" indent="-457189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83A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754" indent="-457189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83A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85943" indent="-457189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83A3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E5764-9C7C-42E4-DDC8-51FAFAB0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5997E-5349-FC65-C040-3F7CDF47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F2D5CE-856F-3A03-B97A-D40FFDC4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8130-A403-0B1B-CF92-A17D20A1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T" dirty="0"/>
              <a:t>Slide Title for Content with Caption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455F5-B217-A5E0-E852-860CD6EE7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180BC-764C-9065-EF7D-44B3A6DA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LT" dirty="0"/>
              <a:t>Some content on the left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31824-4EB1-C08E-0966-28B54A44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32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03357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61</Words>
  <Application>Microsoft Macintosh PowerPoint</Application>
  <PresentationFormat>Custom</PresentationFormat>
  <Paragraphs>20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  <vt:lpstr>Slide Title for Content with Caption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Justinas Kavoliūnas</cp:lastModifiedBy>
  <cp:revision>14</cp:revision>
  <dcterms:created xsi:type="dcterms:W3CDTF">2017-06-05T14:10:58Z</dcterms:created>
  <dcterms:modified xsi:type="dcterms:W3CDTF">2025-10-14T19:44:54Z</dcterms:modified>
</cp:coreProperties>
</file>